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56" r:id="rId5"/>
    <p:sldId id="257" r:id="rId6"/>
  </p:sldIdLst>
  <p:sldSz cx="9144000" cy="6858000" type="screen4x3"/>
  <p:notesSz cx="70104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12" userDrawn="1">
          <p15:clr>
            <a:srgbClr val="A4A3A4"/>
          </p15:clr>
        </p15:guide>
        <p15:guide id="2" orient="horz" pos="409">
          <p15:clr>
            <a:srgbClr val="A4A3A4"/>
          </p15:clr>
        </p15:guide>
        <p15:guide id="3" orient="horz" pos="143">
          <p15:clr>
            <a:srgbClr val="A4A3A4"/>
          </p15:clr>
        </p15:guide>
        <p15:guide id="4" orient="horz" pos="547">
          <p15:clr>
            <a:srgbClr val="A4A3A4"/>
          </p15:clr>
        </p15:guide>
        <p15:guide id="5" orient="horz" pos="722">
          <p15:clr>
            <a:srgbClr val="A4A3A4"/>
          </p15:clr>
        </p15:guide>
        <p15:guide id="6" orient="horz" pos="3435">
          <p15:clr>
            <a:srgbClr val="A4A3A4"/>
          </p15:clr>
        </p15:guide>
        <p15:guide id="7" orient="horz" pos="3659">
          <p15:clr>
            <a:srgbClr val="A4A3A4"/>
          </p15:clr>
        </p15:guide>
        <p15:guide id="8" orient="horz" pos="3870">
          <p15:clr>
            <a:srgbClr val="A4A3A4"/>
          </p15:clr>
        </p15:guide>
        <p15:guide id="9" orient="horz" pos="4076">
          <p15:clr>
            <a:srgbClr val="A4A3A4"/>
          </p15:clr>
        </p15:guide>
        <p15:guide id="10" orient="horz" pos="4188">
          <p15:clr>
            <a:srgbClr val="A4A3A4"/>
          </p15:clr>
        </p15:guide>
        <p15:guide id="11" orient="horz" pos="1889">
          <p15:clr>
            <a:srgbClr val="A4A3A4"/>
          </p15:clr>
        </p15:guide>
        <p15:guide id="12" orient="horz" pos="836">
          <p15:clr>
            <a:srgbClr val="A4A3A4"/>
          </p15:clr>
        </p15:guide>
        <p15:guide id="13" pos="2880">
          <p15:clr>
            <a:srgbClr val="A4A3A4"/>
          </p15:clr>
        </p15:guide>
        <p15:guide id="14" pos="288">
          <p15:clr>
            <a:srgbClr val="A4A3A4"/>
          </p15:clr>
        </p15:guide>
        <p15:guide id="15" pos="1440" userDrawn="1">
          <p15:clr>
            <a:srgbClr val="A4A3A4"/>
          </p15:clr>
        </p15:guide>
        <p15:guide id="16" pos="1629">
          <p15:clr>
            <a:srgbClr val="A4A3A4"/>
          </p15:clr>
        </p15:guide>
        <p15:guide id="17" pos="2795">
          <p15:clr>
            <a:srgbClr val="A4A3A4"/>
          </p15:clr>
        </p15:guide>
        <p15:guide id="18" pos="2969">
          <p15:clr>
            <a:srgbClr val="A4A3A4"/>
          </p15:clr>
        </p15:guide>
        <p15:guide id="19" pos="4134">
          <p15:clr>
            <a:srgbClr val="A4A3A4"/>
          </p15:clr>
        </p15:guide>
        <p15:guide id="20" pos="4306">
          <p15:clr>
            <a:srgbClr val="A4A3A4"/>
          </p15:clr>
        </p15:guide>
        <p15:guide id="21" pos="54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A29FF"/>
    <a:srgbClr val="DA291C"/>
    <a:srgbClr val="485CC7"/>
    <a:srgbClr val="FFFFFF"/>
    <a:srgbClr val="FFCCFF"/>
    <a:srgbClr val="EAEAEA"/>
    <a:srgbClr val="151F6D"/>
    <a:srgbClr val="54585A"/>
    <a:srgbClr val="840B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0" autoAdjust="0"/>
    <p:restoredTop sz="94707" autoAdjust="0"/>
  </p:normalViewPr>
  <p:slideViewPr>
    <p:cSldViewPr snapToGrid="0" snapToObjects="1" showGuides="1">
      <p:cViewPr varScale="1">
        <p:scale>
          <a:sx n="161" d="100"/>
          <a:sy n="161" d="100"/>
        </p:scale>
        <p:origin x="1686" y="144"/>
      </p:cViewPr>
      <p:guideLst>
        <p:guide orient="horz" pos="1512"/>
        <p:guide orient="horz" pos="409"/>
        <p:guide orient="horz" pos="143"/>
        <p:guide orient="horz" pos="547"/>
        <p:guide orient="horz" pos="722"/>
        <p:guide orient="horz" pos="3435"/>
        <p:guide orient="horz" pos="3659"/>
        <p:guide orient="horz" pos="3870"/>
        <p:guide orient="horz" pos="4076"/>
        <p:guide orient="horz" pos="4188"/>
        <p:guide orient="horz" pos="1889"/>
        <p:guide orient="horz" pos="836"/>
        <p:guide pos="2880"/>
        <p:guide pos="288"/>
        <p:guide pos="1440"/>
        <p:guide pos="1629"/>
        <p:guide pos="2795"/>
        <p:guide pos="2969"/>
        <p:guide pos="4134"/>
        <p:guide pos="4306"/>
        <p:guide pos="547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34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34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81C903-4F64-4400-AE8E-0AD99B16F531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9"/>
            <a:ext cx="3037840" cy="4634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772669"/>
            <a:ext cx="3037840" cy="4634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681D53-5BAB-4582-8CD6-3A7399B15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5513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EE39AD-DA37-4A23-B159-78F6E797077C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37840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669"/>
            <a:ext cx="3037840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CE1EB-AF55-43A7-9841-2D57D4985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02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FCE1EB-AF55-43A7-9841-2D57D4985C8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24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FCE1EB-AF55-43A7-9841-2D57D4985C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32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WB_TITLE_SLIDE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457200" y="868363"/>
            <a:ext cx="5828190" cy="111135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457200" y="1979720"/>
            <a:ext cx="4256088" cy="1019068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21" name="LOGO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09486"/>
            <a:ext cx="3200407" cy="104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638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WB_AGENDA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1 COL HEADER B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ltGray">
          <a:xfrm>
            <a:off x="0" y="0"/>
            <a:ext cx="2307341" cy="868682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2B12549-52A3-4398-BEA0-83A5E24869A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327150"/>
            <a:ext cx="8229600" cy="4816475"/>
          </a:xfrm>
          <a:noFill/>
        </p:spPr>
        <p:txBody>
          <a:bodyPr lIns="0" tIns="0" bIns="27432" anchor="t" anchorCtr="0">
            <a:noAutofit/>
          </a:bodyPr>
          <a:lstStyle>
            <a:lvl1pPr marL="457200" indent="-457200" algn="l" defTabSz="457200">
              <a:buClr>
                <a:schemeClr val="bg1"/>
              </a:buClr>
              <a:buSzPct val="100000"/>
              <a:buFont typeface="+mj-lt"/>
              <a:buAutoNum type="arabicPeriod"/>
              <a:defRPr sz="2400" b="1">
                <a:solidFill>
                  <a:schemeClr val="tx1"/>
                </a:solidFill>
              </a:defRPr>
            </a:lvl1pPr>
            <a:lvl2pPr marL="914400" indent="-457200" algn="l">
              <a:lnSpc>
                <a:spcPct val="100000"/>
              </a:lnSpc>
              <a:spcAft>
                <a:spcPts val="1000"/>
              </a:spcAft>
              <a:buSzPct val="100000"/>
              <a:buFont typeface="+mj-lt"/>
              <a:buAutoNum type="alphaLcParenR"/>
              <a:tabLst/>
              <a:defRPr sz="2400" b="1">
                <a:solidFill>
                  <a:schemeClr val="tx1"/>
                </a:solidFill>
              </a:defRPr>
            </a:lvl2pPr>
            <a:lvl3pPr marL="1371600" indent="-457200" algn="l">
              <a:lnSpc>
                <a:spcPct val="100000"/>
              </a:lnSpc>
              <a:spcAft>
                <a:spcPts val="1000"/>
              </a:spcAft>
              <a:buSzPct val="100000"/>
              <a:buFont typeface="+mj-lt"/>
              <a:buAutoNum type="romanLcPeriod"/>
              <a:defRPr sz="2400" b="1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1000"/>
              </a:spcAft>
              <a:buSzPct val="115000"/>
              <a:buFontTx/>
              <a:buNone/>
              <a:defRPr sz="2400" b="1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1000"/>
              </a:spcAft>
              <a:buSzPct val="115000"/>
              <a:buFontTx/>
              <a:buNone/>
              <a:defRPr sz="2400" b="1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15000"/>
              <a:buFontTx/>
              <a:buNone/>
              <a:defRPr sz="2400" b="1">
                <a:solidFill>
                  <a:schemeClr val="tx1"/>
                </a:solidFill>
              </a:defRPr>
            </a:lvl6pPr>
            <a:lvl7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15000"/>
              <a:buFontTx/>
              <a:buNone/>
              <a:tabLst/>
              <a:defRPr sz="2400" b="1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1000"/>
              </a:spcAft>
              <a:buSzPct val="115000"/>
              <a:buFontTx/>
              <a:buNone/>
              <a:defRPr sz="2400" b="1" baseline="0">
                <a:solidFill>
                  <a:schemeClr val="tx1"/>
                </a:solidFill>
              </a:defRPr>
            </a:lvl8pPr>
            <a:lvl9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15000"/>
              <a:buFontTx/>
              <a:buNone/>
              <a:tabLst/>
              <a:defRPr sz="2400" b="1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Level 2 agenda</a:t>
            </a:r>
          </a:p>
          <a:p>
            <a:pPr lvl="2"/>
            <a:r>
              <a:rPr lang="en-US" dirty="0"/>
              <a:t>Level 3 agenda</a:t>
            </a:r>
          </a:p>
        </p:txBody>
      </p:sp>
      <p:pic>
        <p:nvPicPr>
          <p:cNvPr id="38" name="Picture 3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69379"/>
            <a:ext cx="2057404" cy="388621"/>
          </a:xfrm>
          <a:prstGeom prst="rect">
            <a:avLst/>
          </a:prstGeom>
        </p:spPr>
      </p:pic>
      <p:cxnSp>
        <p:nvCxnSpPr>
          <p:cNvPr id="49" name="Straight Connector 48"/>
          <p:cNvCxnSpPr/>
          <p:nvPr userDrawn="1"/>
        </p:nvCxnSpPr>
        <p:spPr>
          <a:xfrm>
            <a:off x="0" y="6341248"/>
            <a:ext cx="9144000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 userDrawn="1"/>
        </p:nvSpPr>
        <p:spPr>
          <a:xfrm>
            <a:off x="365102" y="303917"/>
            <a:ext cx="2128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386665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WB_CONTENT_1st_PARA_NO_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ltGray">
          <a:xfrm>
            <a:off x="0" y="0"/>
            <a:ext cx="8688342" cy="8686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8922"/>
            <a:ext cx="8229600" cy="757253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2549-52A3-4398-BEA0-83A5E24869A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55613" y="1146175"/>
            <a:ext cx="8231187" cy="4997450"/>
          </a:xfrm>
        </p:spPr>
        <p:txBody>
          <a:bodyPr/>
          <a:lstStyle>
            <a:lvl2pPr>
              <a:defRPr/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69379"/>
            <a:ext cx="2057404" cy="388621"/>
          </a:xfrm>
          <a:prstGeom prst="rect">
            <a:avLst/>
          </a:prstGeom>
        </p:spPr>
      </p:pic>
      <p:cxnSp>
        <p:nvCxnSpPr>
          <p:cNvPr id="10" name="Straight Connector 9"/>
          <p:cNvCxnSpPr/>
          <p:nvPr userDrawn="1"/>
        </p:nvCxnSpPr>
        <p:spPr>
          <a:xfrm>
            <a:off x="0" y="6341248"/>
            <a:ext cx="9144000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13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WB_CONTENT_1st_PARA_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ltGray">
          <a:xfrm>
            <a:off x="0" y="0"/>
            <a:ext cx="8688342" cy="8686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8922"/>
            <a:ext cx="8229600" cy="757253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2549-52A3-4398-BEA0-83A5E24869A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55613" y="1146175"/>
            <a:ext cx="8231187" cy="4997450"/>
          </a:xfrm>
        </p:spPr>
        <p:txBody>
          <a:bodyPr/>
          <a:lstStyle>
            <a:lvl1pPr marL="228600" indent="-228600">
              <a:buClr>
                <a:schemeClr val="bg1"/>
              </a:buClr>
              <a:buFont typeface="Wingdings" panose="05000000000000000000" pitchFamily="2" charset="2"/>
              <a:buChar char="§"/>
              <a:defRPr/>
            </a:lvl1pPr>
            <a:lvl2pPr marL="457200">
              <a:buClr>
                <a:schemeClr val="bg1"/>
              </a:buClr>
              <a:defRPr/>
            </a:lvl2pPr>
            <a:lvl3pPr>
              <a:buClr>
                <a:schemeClr val="bg1"/>
              </a:buClr>
              <a:defRPr/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69379"/>
            <a:ext cx="2057404" cy="388621"/>
          </a:xfrm>
          <a:prstGeom prst="rect">
            <a:avLst/>
          </a:prstGeom>
        </p:spPr>
      </p:pic>
      <p:cxnSp>
        <p:nvCxnSpPr>
          <p:cNvPr id="10" name="Straight Connector 9"/>
          <p:cNvCxnSpPr/>
          <p:nvPr userDrawn="1"/>
        </p:nvCxnSpPr>
        <p:spPr>
          <a:xfrm>
            <a:off x="0" y="6341248"/>
            <a:ext cx="9144000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850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WB_2_CONTENT_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ltGray">
          <a:xfrm>
            <a:off x="0" y="0"/>
            <a:ext cx="8688342" cy="8686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8922"/>
            <a:ext cx="8229600" cy="757253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2549-52A3-4398-BEA0-83A5E24869A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55614" y="1146175"/>
            <a:ext cx="3981449" cy="4997450"/>
          </a:xfrm>
        </p:spPr>
        <p:txBody>
          <a:bodyPr/>
          <a:lstStyle>
            <a:lvl1pPr marL="228600" indent="-228600">
              <a:buClr>
                <a:schemeClr val="bg1"/>
              </a:buClr>
              <a:buFont typeface="Wingdings" panose="05000000000000000000" pitchFamily="2" charset="2"/>
              <a:buChar char="§"/>
              <a:defRPr sz="2000"/>
            </a:lvl1pPr>
            <a:lvl2pPr marL="457200"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69379"/>
            <a:ext cx="2057404" cy="388621"/>
          </a:xfrm>
          <a:prstGeom prst="rect">
            <a:avLst/>
          </a:prstGeom>
        </p:spPr>
      </p:pic>
      <p:sp>
        <p:nvSpPr>
          <p:cNvPr id="10" name="Content Placeholder 6"/>
          <p:cNvSpPr>
            <a:spLocks noGrp="1"/>
          </p:cNvSpPr>
          <p:nvPr>
            <p:ph sz="quarter" idx="14"/>
          </p:nvPr>
        </p:nvSpPr>
        <p:spPr>
          <a:xfrm>
            <a:off x="4716141" y="1146175"/>
            <a:ext cx="3981449" cy="4997450"/>
          </a:xfrm>
        </p:spPr>
        <p:txBody>
          <a:bodyPr/>
          <a:lstStyle>
            <a:lvl1pPr marL="228600" indent="-228600">
              <a:buClr>
                <a:schemeClr val="bg1"/>
              </a:buClr>
              <a:buFont typeface="Wingdings" panose="05000000000000000000" pitchFamily="2" charset="2"/>
              <a:buChar char="§"/>
              <a:defRPr sz="2000"/>
            </a:lvl1pPr>
            <a:lvl2pPr marL="457200"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6341248"/>
            <a:ext cx="9144000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006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WB_2_CONTENT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ltGray">
          <a:xfrm>
            <a:off x="0" y="0"/>
            <a:ext cx="8688342" cy="8686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8922"/>
            <a:ext cx="8229600" cy="757253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2549-52A3-4398-BEA0-83A5E24869A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55614" y="1146175"/>
            <a:ext cx="3981449" cy="4997450"/>
          </a:xfr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2000" b="1"/>
            </a:lvl1pPr>
            <a:lvl2pPr marL="228600">
              <a:defRPr sz="2000"/>
            </a:lvl2pPr>
            <a:lvl3pPr marL="457200">
              <a:defRPr sz="1800"/>
            </a:lvl3pPr>
            <a:lvl4pPr marL="685800">
              <a:defRPr sz="1400"/>
            </a:lvl4pPr>
            <a:lvl5pPr marL="685800"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69379"/>
            <a:ext cx="2057404" cy="388621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0" y="6341248"/>
            <a:ext cx="9144000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6"/>
          <p:cNvSpPr>
            <a:spLocks noGrp="1"/>
          </p:cNvSpPr>
          <p:nvPr>
            <p:ph sz="quarter" idx="14"/>
          </p:nvPr>
        </p:nvSpPr>
        <p:spPr>
          <a:xfrm>
            <a:off x="4713288" y="1146175"/>
            <a:ext cx="3981449" cy="4997450"/>
          </a:xfr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2000" b="1"/>
            </a:lvl1pPr>
            <a:lvl2pPr marL="228600">
              <a:defRPr sz="2000"/>
            </a:lvl2pPr>
            <a:lvl3pPr marL="457200">
              <a:defRPr sz="1800"/>
            </a:lvl3pPr>
            <a:lvl4pPr marL="685800">
              <a:defRPr sz="1400"/>
            </a:lvl4pPr>
            <a:lvl5pPr marL="685800"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585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WB_IMAGE_&amp;_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ltGray">
          <a:xfrm>
            <a:off x="0" y="0"/>
            <a:ext cx="8688342" cy="8686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8922"/>
            <a:ext cx="8229600" cy="757253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2549-52A3-4398-BEA0-83A5E24869A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455614" y="1146175"/>
            <a:ext cx="6107111" cy="4997450"/>
          </a:xfrm>
          <a:solidFill>
            <a:schemeClr val="tx1">
              <a:lumMod val="20000"/>
              <a:lumOff val="80000"/>
            </a:schemeClr>
          </a:solidFill>
        </p:spPr>
        <p:txBody>
          <a:bodyPr bIns="1005840" anchor="ctr"/>
          <a:lstStyle>
            <a:lvl1pPr marL="0" indent="0" algn="ctr">
              <a:buClr>
                <a:schemeClr val="tx1"/>
              </a:buClr>
              <a:buFontTx/>
              <a:buNone/>
              <a:defRPr sz="2000" b="1"/>
            </a:lvl1pPr>
            <a:lvl2pPr marL="228600">
              <a:defRPr sz="2000"/>
            </a:lvl2pPr>
            <a:lvl3pPr marL="457200">
              <a:defRPr sz="1800"/>
            </a:lvl3pPr>
            <a:lvl4pPr marL="685800">
              <a:defRPr sz="1400"/>
            </a:lvl4pPr>
            <a:lvl5pPr marL="685800">
              <a:defRPr sz="1400"/>
            </a:lvl5pPr>
          </a:lstStyle>
          <a:p>
            <a:pPr lvl="0"/>
            <a:r>
              <a:rPr lang="en-US" dirty="0"/>
              <a:t>Click icons to add content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69379"/>
            <a:ext cx="2057404" cy="388621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0" y="6341248"/>
            <a:ext cx="9144000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6"/>
          <p:cNvSpPr>
            <a:spLocks noGrp="1"/>
          </p:cNvSpPr>
          <p:nvPr>
            <p:ph sz="quarter" idx="14"/>
          </p:nvPr>
        </p:nvSpPr>
        <p:spPr>
          <a:xfrm>
            <a:off x="6835775" y="1146175"/>
            <a:ext cx="1858962" cy="4997450"/>
          </a:xfrm>
        </p:spPr>
        <p:txBody>
          <a:bodyPr/>
          <a:lstStyle>
            <a:lvl1pPr marL="0" indent="0">
              <a:spcAft>
                <a:spcPts val="500"/>
              </a:spcAft>
              <a:buClr>
                <a:schemeClr val="tx1"/>
              </a:buClr>
              <a:buFontTx/>
              <a:buNone/>
              <a:defRPr sz="1400" b="0"/>
            </a:lvl1pPr>
            <a:lvl2pPr marL="109728" indent="-109728">
              <a:spcAft>
                <a:spcPts val="500"/>
              </a:spcAft>
              <a:defRPr sz="1200"/>
            </a:lvl2pPr>
            <a:lvl3pPr marL="228600" indent="-118872">
              <a:spcAft>
                <a:spcPts val="500"/>
              </a:spcAft>
              <a:defRPr sz="1000"/>
            </a:lvl3pPr>
            <a:lvl4pPr marL="338328">
              <a:spcAft>
                <a:spcPts val="500"/>
              </a:spcAft>
              <a:defRPr sz="800"/>
            </a:lvl4pPr>
            <a:lvl5pPr marL="338328">
              <a:spcAft>
                <a:spcPts val="500"/>
              </a:spcAft>
              <a:defRPr sz="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704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WB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ltGray">
          <a:xfrm>
            <a:off x="0" y="0"/>
            <a:ext cx="8688342" cy="8686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8922"/>
            <a:ext cx="8229600" cy="757253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2549-52A3-4398-BEA0-83A5E24869A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455614" y="1146175"/>
            <a:ext cx="8231185" cy="4997450"/>
          </a:xfrm>
          <a:solidFill>
            <a:schemeClr val="tx1">
              <a:lumMod val="20000"/>
              <a:lumOff val="80000"/>
            </a:schemeClr>
          </a:solidFill>
        </p:spPr>
        <p:txBody>
          <a:bodyPr bIns="1005840" anchor="ctr"/>
          <a:lstStyle>
            <a:lvl1pPr marL="0" indent="0" algn="ctr">
              <a:buClr>
                <a:schemeClr val="tx1"/>
              </a:buClr>
              <a:buFontTx/>
              <a:buNone/>
              <a:defRPr sz="2000" b="1"/>
            </a:lvl1pPr>
            <a:lvl2pPr marL="228600">
              <a:defRPr sz="2000"/>
            </a:lvl2pPr>
            <a:lvl3pPr marL="457200">
              <a:defRPr sz="1800"/>
            </a:lvl3pPr>
            <a:lvl4pPr marL="685800">
              <a:defRPr sz="1400"/>
            </a:lvl4pPr>
            <a:lvl5pPr marL="685800">
              <a:defRPr sz="1400"/>
            </a:lvl5pPr>
          </a:lstStyle>
          <a:p>
            <a:pPr lvl="0"/>
            <a:r>
              <a:rPr lang="en-US" dirty="0"/>
              <a:t>Click icons to add content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69379"/>
            <a:ext cx="2057404" cy="388621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0" y="6341248"/>
            <a:ext cx="9144000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933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WB_DIVIDER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744788"/>
            <a:ext cx="6096000" cy="833545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69379"/>
            <a:ext cx="2057404" cy="38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549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WB_END_SLIDE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199" y="1324361"/>
            <a:ext cx="6105525" cy="83354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57404" cy="59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433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4820" y="324635"/>
            <a:ext cx="8231980" cy="81896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604"/>
            <a:ext cx="8229599" cy="498255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280036"/>
            <a:ext cx="1186543" cy="365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283325"/>
            <a:ext cx="2895600" cy="365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35774" y="6468533"/>
            <a:ext cx="1851025" cy="176628"/>
          </a:xfrm>
          <a:prstGeom prst="rect">
            <a:avLst/>
          </a:prstGeom>
        </p:spPr>
        <p:txBody>
          <a:bodyPr vert="horz" lIns="0" tIns="54864" rIns="0" bIns="0" rtlCol="0" anchor="t" anchorCtr="0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D2B12549-52A3-4398-BEA0-83A5E24869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689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3" r:id="rId3"/>
    <p:sldLayoutId id="2147483652" r:id="rId4"/>
    <p:sldLayoutId id="2147483654" r:id="rId5"/>
    <p:sldLayoutId id="2147483655" r:id="rId6"/>
    <p:sldLayoutId id="2147483659" r:id="rId7"/>
    <p:sldLayoutId id="2147483656" r:id="rId8"/>
    <p:sldLayoutId id="2147483657" r:id="rId9"/>
    <p:sldLayoutId id="214748365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5000"/>
        </a:lnSpc>
        <a:spcBef>
          <a:spcPts val="0"/>
        </a:spcBef>
        <a:spcAft>
          <a:spcPts val="1000"/>
        </a:spcAft>
        <a:buFontTx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5000"/>
        </a:lnSpc>
        <a:spcBef>
          <a:spcPts val="0"/>
        </a:spcBef>
        <a:spcAft>
          <a:spcPts val="1000"/>
        </a:spcAft>
        <a:buClr>
          <a:schemeClr val="bg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5000"/>
        </a:lnSpc>
        <a:spcBef>
          <a:spcPts val="0"/>
        </a:spcBef>
        <a:spcAft>
          <a:spcPts val="1000"/>
        </a:spcAft>
        <a:buClr>
          <a:schemeClr val="bg1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0" algn="l" defTabSz="914400" rtl="0" eaLnBrk="1" latinLnBrk="0" hangingPunct="1">
        <a:lnSpc>
          <a:spcPct val="95000"/>
        </a:lnSpc>
        <a:spcBef>
          <a:spcPts val="0"/>
        </a:spcBef>
        <a:spcAft>
          <a:spcPts val="1000"/>
        </a:spcAft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95000"/>
        </a:lnSpc>
        <a:spcBef>
          <a:spcPts val="0"/>
        </a:spcBef>
        <a:spcAft>
          <a:spcPts val="1000"/>
        </a:spcAft>
        <a:buFontTx/>
        <a:buNone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055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Sub-Account Management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2549-52A3-4398-BEA0-83A5E24869A9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455613" y="3924795"/>
            <a:ext cx="8231187" cy="2218830"/>
          </a:xfrm>
          <a:solidFill>
            <a:schemeClr val="bg2">
              <a:lumMod val="95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1000" dirty="0" smtClean="0"/>
              <a:t>S</a:t>
            </a: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ub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Account Name</a:t>
            </a:r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Doesn’t require “EWHK” as the prefix for sub-account name</a:t>
            </a:r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best approach with regards to naming a sub account after a company is to proceed as follows: </a:t>
            </a:r>
          </a:p>
          <a:p>
            <a:pPr lvl="2">
              <a:lnSpc>
                <a:spcPct val="100000"/>
              </a:lnSpc>
              <a:spcAft>
                <a:spcPts val="600"/>
              </a:spcAf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Last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Name: First word of the company name</a:t>
            </a:r>
          </a:p>
          <a:p>
            <a:pPr lvl="2">
              <a:lnSpc>
                <a:spcPct val="100000"/>
              </a:lnSpc>
              <a:spcAft>
                <a:spcPts val="600"/>
              </a:spcAf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Name: Second word onwards</a:t>
            </a:r>
          </a:p>
          <a:p>
            <a:pPr lvl="2">
              <a:lnSpc>
                <a:spcPct val="100000"/>
              </a:lnSpc>
              <a:spcAft>
                <a:spcPts val="600"/>
              </a:spcAft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971550" lvl="2" indent="-28575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 smtClean="0">
                <a:latin typeface="Arial" panose="020B0604020202020204" pitchFamily="34" charset="0"/>
                <a:cs typeface="Arial" panose="020B0604020202020204" pitchFamily="34" charset="0"/>
              </a:rPr>
              <a:t>FUTU 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SECURITIES INTERNAT -&gt; Last Name: FUTU, First Name: SECURITIES INTERNAT</a:t>
            </a:r>
          </a:p>
          <a:p>
            <a:pPr marL="971550" lvl="2" indent="-28575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 smtClean="0">
                <a:latin typeface="Arial" panose="020B0604020202020204" pitchFamily="34" charset="0"/>
                <a:cs typeface="Arial" panose="020B0604020202020204" pitchFamily="34" charset="0"/>
              </a:rPr>
              <a:t>LIVERMORE 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HOLDINGS LIMIT -&gt; Last Name: LIVERMORE, First Name: HOLDINGS LIMIT</a:t>
            </a:r>
          </a:p>
          <a:p>
            <a:pPr marL="971550" lvl="2" indent="-28575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 smtClean="0">
                <a:latin typeface="Arial" panose="020B0604020202020204" pitchFamily="34" charset="0"/>
                <a:cs typeface="Arial" panose="020B0604020202020204" pitchFamily="34" charset="0"/>
              </a:rPr>
              <a:t>GEOSWIFT 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US INC. -&gt; Last Name: GEOSWIFT, First Name: US INC</a:t>
            </a:r>
          </a:p>
          <a:p>
            <a:pPr>
              <a:lnSpc>
                <a:spcPct val="100000"/>
              </a:lnSpc>
            </a:pPr>
            <a:endParaRPr lang="en-US" sz="1000" dirty="0"/>
          </a:p>
        </p:txBody>
      </p:sp>
      <p:sp>
        <p:nvSpPr>
          <p:cNvPr id="6" name="Rounded Rectangle 5"/>
          <p:cNvSpPr/>
          <p:nvPr/>
        </p:nvSpPr>
        <p:spPr>
          <a:xfrm>
            <a:off x="573630" y="2542156"/>
            <a:ext cx="1328511" cy="70091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EWHK</a:t>
            </a:r>
          </a:p>
          <a:p>
            <a:pPr algn="ctr"/>
            <a:r>
              <a:rPr lang="en-US" sz="1200" dirty="0" smtClean="0"/>
              <a:t>Apps</a:t>
            </a:r>
            <a:endParaRPr lang="en-US" sz="1200" dirty="0"/>
          </a:p>
        </p:txBody>
      </p:sp>
      <p:sp>
        <p:nvSpPr>
          <p:cNvPr id="7" name="Rounded Rectangle 6"/>
          <p:cNvSpPr/>
          <p:nvPr/>
        </p:nvSpPr>
        <p:spPr>
          <a:xfrm>
            <a:off x="4226057" y="2542156"/>
            <a:ext cx="1328511" cy="70091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EWUS</a:t>
            </a:r>
          </a:p>
          <a:p>
            <a:pPr algn="ctr"/>
            <a:r>
              <a:rPr lang="en-US" sz="1200" dirty="0"/>
              <a:t>API Gateway</a:t>
            </a:r>
            <a:endParaRPr lang="en-US" sz="1200" dirty="0"/>
          </a:p>
        </p:txBody>
      </p:sp>
      <p:sp>
        <p:nvSpPr>
          <p:cNvPr id="8" name="Rounded Rectangle 7"/>
          <p:cNvSpPr/>
          <p:nvPr/>
        </p:nvSpPr>
        <p:spPr>
          <a:xfrm>
            <a:off x="6562725" y="2542157"/>
            <a:ext cx="1328511" cy="70091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FIS system</a:t>
            </a:r>
            <a:endParaRPr lang="en-US" sz="1200" dirty="0"/>
          </a:p>
        </p:txBody>
      </p:sp>
      <p:cxnSp>
        <p:nvCxnSpPr>
          <p:cNvPr id="10" name="Straight Arrow Connector 9"/>
          <p:cNvCxnSpPr>
            <a:stCxn id="6" idx="3"/>
            <a:endCxn id="7" idx="1"/>
          </p:cNvCxnSpPr>
          <p:nvPr/>
        </p:nvCxnSpPr>
        <p:spPr>
          <a:xfrm>
            <a:off x="1902141" y="2892613"/>
            <a:ext cx="232391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3"/>
            <a:endCxn id="8" idx="1"/>
          </p:cNvCxnSpPr>
          <p:nvPr/>
        </p:nvCxnSpPr>
        <p:spPr>
          <a:xfrm>
            <a:off x="5554568" y="2892613"/>
            <a:ext cx="1008157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101383" y="2904389"/>
            <a:ext cx="20085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API Call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 smtClean="0"/>
              <a:t>Open Sub Accounts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 smtClean="0"/>
              <a:t>Update Sub Accounts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 smtClean="0"/>
              <a:t>Close Sub Accounts</a:t>
            </a:r>
            <a:endParaRPr lang="en-US" sz="1050" dirty="0"/>
          </a:p>
        </p:txBody>
      </p:sp>
      <p:grpSp>
        <p:nvGrpSpPr>
          <p:cNvPr id="21" name="Group 20"/>
          <p:cNvGrpSpPr/>
          <p:nvPr/>
        </p:nvGrpSpPr>
        <p:grpSpPr>
          <a:xfrm>
            <a:off x="390648" y="1356833"/>
            <a:ext cx="565665" cy="628204"/>
            <a:chOff x="390648" y="1356833"/>
            <a:chExt cx="565665" cy="628204"/>
          </a:xfrm>
        </p:grpSpPr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5613" y="1356833"/>
              <a:ext cx="435737" cy="471067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390648" y="1735827"/>
              <a:ext cx="565665" cy="249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/>
                <a:t>Maker</a:t>
              </a:r>
              <a:endParaRPr lang="en-US" sz="100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407678" y="1358773"/>
            <a:ext cx="661818" cy="628204"/>
            <a:chOff x="1172920" y="1356833"/>
            <a:chExt cx="661818" cy="628204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7885" y="1356833"/>
              <a:ext cx="435737" cy="471067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1172920" y="1737236"/>
              <a:ext cx="661818" cy="2478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/>
                <a:t>Checker</a:t>
              </a:r>
              <a:endParaRPr lang="en-US" sz="1000" dirty="0"/>
            </a:p>
          </p:txBody>
        </p:sp>
      </p:grpSp>
      <p:cxnSp>
        <p:nvCxnSpPr>
          <p:cNvPr id="25" name="Elbow Connector 24"/>
          <p:cNvCxnSpPr/>
          <p:nvPr/>
        </p:nvCxnSpPr>
        <p:spPr>
          <a:xfrm rot="16200000" flipH="1">
            <a:off x="590470" y="2105228"/>
            <a:ext cx="499601" cy="37425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6" name="Elbow Connector 25"/>
          <p:cNvCxnSpPr>
            <a:stCxn id="22" idx="2"/>
          </p:cNvCxnSpPr>
          <p:nvPr/>
        </p:nvCxnSpPr>
        <p:spPr>
          <a:xfrm rot="5400000">
            <a:off x="1328025" y="2131595"/>
            <a:ext cx="555181" cy="26594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389729"/>
      </p:ext>
    </p:extLst>
  </p:cSld>
  <p:clrMapOvr>
    <a:masterClrMapping/>
  </p:clrMapOvr>
</p:sld>
</file>

<file path=ppt/theme/theme1.xml><?xml version="1.0" encoding="utf-8"?>
<a:theme xmlns:a="http://schemas.openxmlformats.org/drawingml/2006/main" name="EWB">
  <a:themeElements>
    <a:clrScheme name="EastWest 2015">
      <a:dk1>
        <a:srgbClr val="54585A"/>
      </a:dk1>
      <a:lt1>
        <a:srgbClr val="DA291C"/>
      </a:lt1>
      <a:dk2>
        <a:srgbClr val="000000"/>
      </a:dk2>
      <a:lt2>
        <a:srgbClr val="FFFFFF"/>
      </a:lt2>
      <a:accent1>
        <a:srgbClr val="840B55"/>
      </a:accent1>
      <a:accent2>
        <a:srgbClr val="485CC7"/>
      </a:accent2>
      <a:accent3>
        <a:srgbClr val="151F6D"/>
      </a:accent3>
      <a:accent4>
        <a:srgbClr val="C69214"/>
      </a:accent4>
      <a:accent5>
        <a:srgbClr val="776E64"/>
      </a:accent5>
      <a:accent6>
        <a:srgbClr val="AFA9A0"/>
      </a:accent6>
      <a:hlink>
        <a:srgbClr val="485CC7"/>
      </a:hlink>
      <a:folHlink>
        <a:srgbClr val="151F6D"/>
      </a:folHlink>
    </a:clrScheme>
    <a:fontScheme name="EAST-WEST_FONT_THEME_10091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2"/>
          </a:solidFill>
          <a:tailEnd type="stealt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o CA- 1st Semi-Annual CSL Meeting Presentation.pptx [Read-Only]" id="{8981D75F-246B-43DB-8F69-65C3126E7980}" vid="{B96F4D45-C827-4841-B1C4-15FC2FD6AC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087C9C7CE8CE44A79A9B109E295B0D" ma:contentTypeVersion="2" ma:contentTypeDescription="Create a new document." ma:contentTypeScope="" ma:versionID="6aab6669a5259549d9d26580a2b1df43">
  <xsd:schema xmlns:xsd="http://www.w3.org/2001/XMLSchema" xmlns:xs="http://www.w3.org/2001/XMLSchema" xmlns:p="http://schemas.microsoft.com/office/2006/metadata/properties" xmlns:ns2="4305d009-fb2d-46b7-839d-df187117469f" targetNamespace="http://schemas.microsoft.com/office/2006/metadata/properties" ma:root="true" ma:fieldsID="99dc62443edf7f1e010ca0d6ea1ef8a1" ns2:_="">
    <xsd:import namespace="4305d009-fb2d-46b7-839d-df187117469f"/>
    <xsd:element name="properties">
      <xsd:complexType>
        <xsd:sequence>
          <xsd:element name="documentManagement">
            <xsd:complexType>
              <xsd:all>
                <xsd:element ref="ns2:Revised" minOccurs="0"/>
                <xsd:element ref="ns2:Group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05d009-fb2d-46b7-839d-df187117469f" elementFormDefault="qualified">
    <xsd:import namespace="http://schemas.microsoft.com/office/2006/documentManagement/types"/>
    <xsd:import namespace="http://schemas.microsoft.com/office/infopath/2007/PartnerControls"/>
    <xsd:element name="Revised" ma:index="8" nillable="true" ma:displayName="Revised" ma:format="DateOnly" ma:internalName="Revised">
      <xsd:simpleType>
        <xsd:restriction base="dms:DateTime"/>
      </xsd:simpleType>
    </xsd:element>
    <xsd:element name="Group" ma:index="9" nillable="true" ma:displayName="Group" ma:internalName="Group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vised xmlns="4305d009-fb2d-46b7-839d-df187117469f">2016-07-25T07:00:00+00:00</Revised>
    <Group xmlns="4305d009-fb2d-46b7-839d-df187117469f">Presentation</Group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C160FFF-96D6-4411-BC78-CD0DFD344E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05d009-fb2d-46b7-839d-df18711746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DADA6D1-ED2D-49E0-94F0-AA13F9ECCB15}">
  <ds:schemaRefs>
    <ds:schemaRef ds:uri="http://purl.org/dc/elements/1.1/"/>
    <ds:schemaRef ds:uri="http://schemas.microsoft.com/office/2006/metadata/properties"/>
    <ds:schemaRef ds:uri="4305d009-fb2d-46b7-839d-df187117469f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118A637-245B-49C6-8FA8-368FF61FAE8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EWB standard template</Template>
  <TotalTime>140</TotalTime>
  <Words>118</Words>
  <Application>Microsoft Office PowerPoint</Application>
  <PresentationFormat>On-screen Show (4:3)</PresentationFormat>
  <Paragraphs>24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Wingdings</vt:lpstr>
      <vt:lpstr>EWB</vt:lpstr>
      <vt:lpstr>PowerPoint Presentation</vt:lpstr>
      <vt:lpstr>Sub-Account Management</vt:lpstr>
    </vt:vector>
  </TitlesOfParts>
  <Company>EastWest Bank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George Jin</dc:creator>
  <cp:lastModifiedBy>George Jin</cp:lastModifiedBy>
  <cp:revision>4</cp:revision>
  <cp:lastPrinted>2019-04-09T22:29:39Z</cp:lastPrinted>
  <dcterms:created xsi:type="dcterms:W3CDTF">2021-02-17T03:48:18Z</dcterms:created>
  <dcterms:modified xsi:type="dcterms:W3CDTF">2021-02-17T06:08:28Z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0x010100D4087C9C7CE8CE44A79A9B109E295B0D</vt:lpwstr>
  </property>
</Properties>
</file>